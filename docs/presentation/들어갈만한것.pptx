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68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94660"/>
  </p:normalViewPr>
  <p:slideViewPr>
    <p:cSldViewPr snapToGrid="0">
      <p:cViewPr>
        <p:scale>
          <a:sx n="75" d="100"/>
          <a:sy n="75" d="100"/>
        </p:scale>
        <p:origin x="1782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0C5F9-4894-4DC9-35B0-4B83539DF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3A3EEF-6A0C-7B6E-07D7-20F795381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606074-3C38-555F-6376-3A74399B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BC7DF9-B769-E52D-3314-AE9F6209A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5CA80-A50D-2D21-33F6-075D44F25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2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43A20C-C6E3-911F-A7DC-DE21D2F0C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B737CF-6430-A02D-4D23-DB38CF25B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1D841-0086-BFBA-EC3C-E68CCA33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BD9C7D-EED5-457A-A72A-C064A15B5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CE20AB-F4E6-543B-4CFE-6A33EF5F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20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AF463-B6DE-B6BA-148C-EF111564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F78E4C-693E-1F4F-8E75-9FE75C995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452896-C784-0311-F420-DDE0146BC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53766-F0D5-6913-5446-83CDCFB3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53019-0FB3-5DDB-4927-A2E92B0A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55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F79E7-76EF-EFBB-A468-4FE46D9F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D2705B-16AE-202B-FD8B-431F32357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B010B6-5362-8504-0519-F5DCE8AB4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C984B-5D65-323A-D03D-186622E4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9882AB-EAD1-5503-9EA1-34FBFEDC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196A3A-F2C0-45E2-B1E6-C6FC147E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808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5BB95-01E6-C74F-FE19-475E5E59D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F86936-47B5-189E-C8A9-0AD2D67A2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FEA197-0066-EE20-CE71-8D0C16F2E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3F035D-54D8-479D-4D52-6C7564E5B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9CA7C2-2417-4CF2-B891-051F498D4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E8FF0E-E462-D5C8-3E48-65AA4F11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566A71-6A5D-EC73-790A-46CD0847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5696D6-8914-A691-1FFD-CD6C8AB8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54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285E5-B185-E0FF-FBA5-17476391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ED9524-55C0-2CDA-DC85-722525D8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1D5078-CE04-9D01-DC65-482B98E6B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CE7962-AF97-55CC-85C4-5205FD15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66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529A21-2BB6-AA18-7332-4B552E873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65B391-D6E8-50F4-5436-1EDC8050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6B6F6C-5543-BF1E-4F6A-C6DD9EAA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44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3F939-6074-CBDA-50BA-CA18BCDE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B28CB3-C97C-55A6-F7D6-CA3435A13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547E27-4201-B294-ABF0-91C52DB50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11E7C9-6906-8BCB-06A5-52D8D380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FC73A8-C287-CDAA-A6AC-305450F13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EA4102-D135-1B38-29B1-6A97676E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549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233DE-31A8-A494-E1CF-14159548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5F41E7-7298-A1AE-5993-0E9F38ED2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4F430-FC8E-F6B0-6C6B-DB0FD1788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168E3D-8866-52E9-67B1-ED5C8C63D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A4ED71-1220-CC08-F34C-D82B79B4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3B35A3-DC4A-8ED1-A55A-B894FC6F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416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E1DCC-D734-3D9D-2ED4-091EEC50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B4A2E1-EF7E-73D3-B237-75895C300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D7709-D156-148C-81ED-5E2FFF9A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56036F-A008-22AA-499D-1B7B8840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311E41-D5B8-3C38-45DF-ECD2519C6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75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45BDD0-023B-CFEF-E43A-E1AF1BEAF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F5A271-0B6A-7BC6-BFC7-3839FDC39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86CDA-7694-9D04-0F8B-ABC8C4721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485AB0-F433-497F-E4E5-A4EDADDEB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1F4C2-32D6-5A68-4FCF-BB784F56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91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0F94D4-F322-B984-EC3D-5370EE69A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63C85D-E5ED-80E5-F922-9F85DB445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D3FD7E-C9DE-8BD0-EA0E-2608987E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2FDD3-F19F-435A-857B-0B688F5FE0DA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F5DDCF-A8CF-691A-54A2-3C9D0AA72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442CF1-4D08-0241-5DEC-38BB20148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7B86F-20FF-4E8B-A50B-32603EF1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08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BE8E9-D415-BA1A-6B88-B28A9755C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기반 건설현장 안전관리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ED5D8C-53F8-F5DF-1364-6074B2DB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YOLOv11 </a:t>
            </a:r>
            <a:r>
              <a:rPr lang="ko-KR" altLang="en-US" dirty="0"/>
              <a:t>기반 </a:t>
            </a:r>
            <a:r>
              <a:rPr lang="en-US" altLang="ko-KR" dirty="0"/>
              <a:t>PPE </a:t>
            </a:r>
            <a:r>
              <a:rPr lang="ko-KR" altLang="en-US" dirty="0"/>
              <a:t>착용 감지 및 위험상황 실시간 대응 시스템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팀명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엔트로피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학과 </a:t>
            </a:r>
            <a:r>
              <a:rPr lang="en-US" altLang="ko-KR" dirty="0"/>
              <a:t>: </a:t>
            </a:r>
            <a:r>
              <a:rPr lang="ko-KR" altLang="en-US" dirty="0"/>
              <a:t>컴퓨터공학과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 err="1"/>
              <a:t>이아름</a:t>
            </a:r>
            <a:r>
              <a:rPr lang="en-US" altLang="ko-KR" dirty="0"/>
              <a:t>, </a:t>
            </a:r>
            <a:r>
              <a:rPr lang="ko-KR" altLang="en-US" dirty="0"/>
              <a:t>박은주</a:t>
            </a:r>
            <a:r>
              <a:rPr lang="en-US" altLang="ko-KR" dirty="0"/>
              <a:t>, </a:t>
            </a:r>
            <a:r>
              <a:rPr lang="ko-KR" altLang="en-US" dirty="0"/>
              <a:t>최용석</a:t>
            </a:r>
            <a:r>
              <a:rPr lang="en-US" altLang="ko-KR" dirty="0"/>
              <a:t>, </a:t>
            </a:r>
            <a:r>
              <a:rPr lang="ko-KR" altLang="en-US" dirty="0" err="1"/>
              <a:t>박요준</a:t>
            </a:r>
            <a:r>
              <a:rPr lang="en-US" altLang="ko-KR" dirty="0"/>
              <a:t>, </a:t>
            </a:r>
            <a:r>
              <a:rPr lang="ko-KR" altLang="en-US" dirty="0"/>
              <a:t>박세정</a:t>
            </a:r>
          </a:p>
        </p:txBody>
      </p:sp>
    </p:spTree>
    <p:extLst>
      <p:ext uri="{BB962C8B-B14F-4D97-AF65-F5344CB8AC3E}">
        <p14:creationId xmlns:p14="http://schemas.microsoft.com/office/powerpoint/2010/main" val="1065220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99CF5-9631-8D4A-9D2A-D3DF6387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건설현장의 안전사고 문제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373FF1-C9D9-5AF9-8D24-A9A71B9DE9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188" y="2546938"/>
            <a:ext cx="11060111" cy="3046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1" rIns="91440" bIns="4572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ko-KR" altLang="ko-KR" sz="320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200" dirty="0">
                <a:latin typeface="Arial" panose="020B0604020202020204" pitchFamily="34" charset="0"/>
              </a:rPr>
              <a:t>건설업은 전체 산업 대비 사고 발생률 높음 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200" dirty="0">
                <a:latin typeface="Arial" panose="020B0604020202020204" pitchFamily="34" charset="0"/>
              </a:rPr>
              <a:t>안전모 미착용 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200" dirty="0">
                <a:latin typeface="Arial" panose="020B0604020202020204" pitchFamily="34" charset="0"/>
              </a:rPr>
              <a:t>위험구역 무단 진입 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200" dirty="0">
                <a:latin typeface="Arial" panose="020B0604020202020204" pitchFamily="34" charset="0"/>
              </a:rPr>
              <a:t>작업자 낙상 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200" dirty="0">
                <a:latin typeface="Arial" panose="020B0604020202020204" pitchFamily="34" charset="0"/>
              </a:rPr>
              <a:t>장시간 움직임 없음(의식상실 가능성) </a:t>
            </a:r>
          </a:p>
        </p:txBody>
      </p:sp>
    </p:spTree>
    <p:extLst>
      <p:ext uri="{BB962C8B-B14F-4D97-AF65-F5344CB8AC3E}">
        <p14:creationId xmlns:p14="http://schemas.microsoft.com/office/powerpoint/2010/main" val="276676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7E4CE-B9E2-F97A-C584-DC64E5D9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시스템의 한계 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8A648C44-7B1A-19B4-83E3-D73FC99FF7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38636"/>
              </p:ext>
            </p:extLst>
          </p:nvPr>
        </p:nvGraphicFramePr>
        <p:xfrm>
          <a:off x="838202" y="1825624"/>
          <a:ext cx="10515602" cy="1854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1">
                  <a:extLst>
                    <a:ext uri="{9D8B030D-6E8A-4147-A177-3AD203B41FA5}">
                      <a16:colId xmlns:a16="http://schemas.microsoft.com/office/drawing/2014/main" val="1462746339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1800631789"/>
                    </a:ext>
                  </a:extLst>
                </a:gridCol>
              </a:tblGrid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/>
                        <a:t>기존방식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/>
                        <a:t>문제점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3983668181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관리자가 직접확인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실시간 감시 어려움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2003372001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CCTV </a:t>
                      </a:r>
                      <a:r>
                        <a:rPr lang="ko-KR" altLang="en-US" sz="1800" dirty="0"/>
                        <a:t>모니터링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인력 소모 큼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529256371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사고 후 신고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대응 지연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488417667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수기 기록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</a:t>
                      </a:r>
                      <a:r>
                        <a:rPr lang="ko-KR" altLang="en-US" sz="1800" dirty="0"/>
                        <a:t>데이터 관리 어려움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344339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1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F7A49-C7A6-D07D-4EBB-B0CA1DE9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8082F-8CC3-BF9F-6664-BDA7AEE87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✔ </a:t>
            </a:r>
            <a:r>
              <a:rPr lang="en-US" altLang="ko-KR" dirty="0"/>
              <a:t>PPE </a:t>
            </a:r>
            <a:r>
              <a:rPr lang="ko-KR" altLang="en-US" dirty="0"/>
              <a:t>착용 여부 자동 감지</a:t>
            </a:r>
          </a:p>
          <a:p>
            <a:pPr marL="0" indent="0">
              <a:buNone/>
            </a:pPr>
            <a:r>
              <a:rPr lang="ko-KR" altLang="en-US" dirty="0"/>
              <a:t>✔ 위험구역 침입 감지</a:t>
            </a:r>
          </a:p>
          <a:p>
            <a:pPr marL="0" indent="0">
              <a:buNone/>
            </a:pPr>
            <a:r>
              <a:rPr lang="ko-KR" altLang="en-US" dirty="0"/>
              <a:t>✔ 낙상 감지</a:t>
            </a:r>
          </a:p>
          <a:p>
            <a:pPr marL="0" indent="0">
              <a:buNone/>
            </a:pPr>
            <a:r>
              <a:rPr lang="ko-KR" altLang="en-US" dirty="0"/>
              <a:t>✔ 작업자 정지 감지</a:t>
            </a:r>
          </a:p>
          <a:p>
            <a:pPr marL="0" indent="0">
              <a:buNone/>
            </a:pPr>
            <a:r>
              <a:rPr lang="ko-KR" altLang="en-US" dirty="0"/>
              <a:t>✔ 관리자 실시간 알림</a:t>
            </a:r>
          </a:p>
          <a:p>
            <a:pPr marL="0" indent="0">
              <a:buNone/>
            </a:pPr>
            <a:r>
              <a:rPr lang="ko-KR" altLang="en-US" dirty="0"/>
              <a:t>✔ 통계 및 기록 자동화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906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CBB15-3238-58C4-804B-C7E302C5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2"/>
            <a:ext cx="5391150" cy="1325563"/>
          </a:xfrm>
        </p:spPr>
        <p:txBody>
          <a:bodyPr/>
          <a:lstStyle/>
          <a:p>
            <a:r>
              <a:rPr lang="ko-KR" altLang="en-US" dirty="0"/>
              <a:t>전체 시스템 구성도</a:t>
            </a:r>
          </a:p>
        </p:txBody>
      </p:sp>
      <p:pic>
        <p:nvPicPr>
          <p:cNvPr id="5" name="내용 개체 틀 4" descr="텍스트, 스크린샷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87241D1-C256-3963-940A-EE953AA44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49" y="123033"/>
            <a:ext cx="5200651" cy="6611938"/>
          </a:xfrm>
        </p:spPr>
      </p:pic>
    </p:spTree>
    <p:extLst>
      <p:ext uri="{BB962C8B-B14F-4D97-AF65-F5344CB8AC3E}">
        <p14:creationId xmlns:p14="http://schemas.microsoft.com/office/powerpoint/2010/main" val="42946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A49D6-4E46-C537-7880-F7F75AEF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477"/>
            <a:ext cx="10515600" cy="1325563"/>
          </a:xfrm>
        </p:spPr>
        <p:txBody>
          <a:bodyPr/>
          <a:lstStyle/>
          <a:p>
            <a:r>
              <a:rPr lang="ko-KR" altLang="en-US" dirty="0"/>
              <a:t>시스템 아키텍처</a:t>
            </a:r>
          </a:p>
        </p:txBody>
      </p:sp>
      <p:pic>
        <p:nvPicPr>
          <p:cNvPr id="7" name="내용 개체 틀 6" descr="텍스트, 스크린샷,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E797D47-7D0C-627B-5066-E4903A582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24" y="1266824"/>
            <a:ext cx="11820955" cy="5200651"/>
          </a:xfrm>
        </p:spPr>
      </p:pic>
    </p:spTree>
    <p:extLst>
      <p:ext uri="{BB962C8B-B14F-4D97-AF65-F5344CB8AC3E}">
        <p14:creationId xmlns:p14="http://schemas.microsoft.com/office/powerpoint/2010/main" val="369091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2D11C-C0FA-661E-84BE-6B5EC866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 프로세스</a:t>
            </a:r>
          </a:p>
        </p:txBody>
      </p:sp>
      <p:pic>
        <p:nvPicPr>
          <p:cNvPr id="7" name="내용 개체 틀 6" descr="텍스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5D2D5D8-A63E-0F1C-9FA8-FDA1B78EC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14300"/>
            <a:ext cx="2854350" cy="6601842"/>
          </a:xfrm>
        </p:spPr>
      </p:pic>
    </p:spTree>
    <p:extLst>
      <p:ext uri="{BB962C8B-B14F-4D97-AF65-F5344CB8AC3E}">
        <p14:creationId xmlns:p14="http://schemas.microsoft.com/office/powerpoint/2010/main" val="125537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79506-42D9-189F-0823-253D945D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모델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2ED8A6-D9C0-1104-90E0-D3E1F86AE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YOLOv11 </a:t>
            </a:r>
            <a:r>
              <a:rPr lang="ko-KR" altLang="en-US" b="1" dirty="0"/>
              <a:t>기반 객체 탐지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작업자 탐지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안전모 착용 여부 감지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안전조끼 착용 여부 감지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위험구역 접근 감지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위험구역 침입 감지 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01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B3E5C-FB64-DD40-55A1-DCFD33D9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위험상황 판단 로직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0DC50-8D82-20D4-81B5-0032907E4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4"/>
            <a:ext cx="10515600" cy="47910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800" b="1" dirty="0"/>
              <a:t>안전모 미착용</a:t>
            </a:r>
          </a:p>
          <a:p>
            <a:pPr marL="0" indent="0">
              <a:buNone/>
            </a:pPr>
            <a:r>
              <a:rPr lang="ko-KR" altLang="en-US" sz="1800" b="1" dirty="0"/>
              <a:t>→ 경고음 발생</a:t>
            </a:r>
          </a:p>
          <a:p>
            <a:pPr marL="0" indent="0">
              <a:buNone/>
            </a:pPr>
            <a:r>
              <a:rPr lang="ko-KR" altLang="en-US" sz="1800" b="1" dirty="0"/>
              <a:t>→ 관리자 알림</a:t>
            </a:r>
          </a:p>
          <a:p>
            <a:pPr marL="0" indent="0">
              <a:buNone/>
            </a:pPr>
            <a:endParaRPr lang="ko-KR" altLang="en-US" sz="1800" b="1" dirty="0"/>
          </a:p>
          <a:p>
            <a:pPr marL="0" indent="0">
              <a:buNone/>
            </a:pPr>
            <a:r>
              <a:rPr lang="ko-KR" altLang="en-US" sz="1800" b="1" dirty="0"/>
              <a:t>위험구역 진입</a:t>
            </a:r>
          </a:p>
          <a:p>
            <a:pPr marL="0" indent="0">
              <a:buNone/>
            </a:pPr>
            <a:r>
              <a:rPr lang="ko-KR" altLang="en-US" sz="1800" b="1" dirty="0"/>
              <a:t>→ 경고음</a:t>
            </a:r>
          </a:p>
          <a:p>
            <a:pPr marL="0" indent="0">
              <a:buNone/>
            </a:pPr>
            <a:r>
              <a:rPr lang="ko-KR" altLang="en-US" sz="1800" b="1" dirty="0"/>
              <a:t>→ 관리자 알림</a:t>
            </a:r>
          </a:p>
          <a:p>
            <a:pPr marL="0" indent="0">
              <a:buNone/>
            </a:pPr>
            <a:endParaRPr lang="ko-KR" altLang="en-US" sz="1800" b="1" dirty="0"/>
          </a:p>
          <a:p>
            <a:pPr marL="0" indent="0">
              <a:buNone/>
            </a:pPr>
            <a:r>
              <a:rPr lang="ko-KR" altLang="en-US" sz="1800" b="1" dirty="0"/>
              <a:t>넘어짐</a:t>
            </a:r>
          </a:p>
          <a:p>
            <a:pPr marL="0" indent="0">
              <a:buNone/>
            </a:pPr>
            <a:r>
              <a:rPr lang="ko-KR" altLang="en-US" sz="1800" b="1" dirty="0"/>
              <a:t>→ 즉시 관리자 알림</a:t>
            </a:r>
          </a:p>
          <a:p>
            <a:pPr marL="0" indent="0">
              <a:buNone/>
            </a:pPr>
            <a:endParaRPr lang="ko-KR" altLang="en-US" sz="1800" b="1" dirty="0"/>
          </a:p>
          <a:p>
            <a:pPr marL="0" indent="0">
              <a:buNone/>
            </a:pPr>
            <a:r>
              <a:rPr lang="en-US" altLang="ko-KR" sz="1800" b="1" dirty="0"/>
              <a:t>60</a:t>
            </a:r>
            <a:r>
              <a:rPr lang="ko-KR" altLang="en-US" sz="1800" b="1" dirty="0"/>
              <a:t>초 이상 정지</a:t>
            </a:r>
          </a:p>
          <a:p>
            <a:pPr marL="0" indent="0">
              <a:buNone/>
            </a:pPr>
            <a:r>
              <a:rPr lang="ko-KR" altLang="en-US" sz="1800" b="1" dirty="0"/>
              <a:t>→ 의식상실 의심</a:t>
            </a:r>
          </a:p>
          <a:p>
            <a:pPr marL="0" indent="0">
              <a:buNone/>
            </a:pPr>
            <a:r>
              <a:rPr lang="ko-KR" altLang="en-US" sz="1800" b="1" dirty="0"/>
              <a:t>→ 긴급 알림</a:t>
            </a:r>
          </a:p>
        </p:txBody>
      </p:sp>
    </p:spTree>
    <p:extLst>
      <p:ext uri="{BB962C8B-B14F-4D97-AF65-F5344CB8AC3E}">
        <p14:creationId xmlns:p14="http://schemas.microsoft.com/office/powerpoint/2010/main" val="310258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689BA-5F3D-218C-1F4F-35D036DE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설계</a:t>
            </a:r>
          </a:p>
        </p:txBody>
      </p:sp>
      <p:pic>
        <p:nvPicPr>
          <p:cNvPr id="5" name="내용 개체 틀 4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11A382-A96F-1B3E-6B05-9E4EFF863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1" y="2051776"/>
            <a:ext cx="7180262" cy="4292668"/>
          </a:xfrm>
        </p:spPr>
      </p:pic>
    </p:spTree>
    <p:extLst>
      <p:ext uri="{BB962C8B-B14F-4D97-AF65-F5344CB8AC3E}">
        <p14:creationId xmlns:p14="http://schemas.microsoft.com/office/powerpoint/2010/main" val="2309863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8C652-A8A1-1E40-ABE8-C41C8FE7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 앱 구조</a:t>
            </a:r>
          </a:p>
        </p:txBody>
      </p:sp>
      <p:pic>
        <p:nvPicPr>
          <p:cNvPr id="7" name="내용 개체 틀 6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4486F7-591F-2A97-C7E5-93DEFEF13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447800"/>
            <a:ext cx="7567613" cy="5045075"/>
          </a:xfrm>
        </p:spPr>
      </p:pic>
    </p:spTree>
    <p:extLst>
      <p:ext uri="{BB962C8B-B14F-4D97-AF65-F5344CB8AC3E}">
        <p14:creationId xmlns:p14="http://schemas.microsoft.com/office/powerpoint/2010/main" val="33388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DF4AD-FA1C-7B29-EB96-0D3F4A89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22CEA-778D-24B3-B073-F158C9DC6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8357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3F2F3-A8E7-FDDE-CF7F-5BC4BE4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구현 결과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15F774-BA87-1A13-B1C3-201680C438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2" y="2477802"/>
            <a:ext cx="260840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로그인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대시보드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관제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작업자 관리 </a:t>
            </a:r>
          </a:p>
        </p:txBody>
      </p:sp>
    </p:spTree>
    <p:extLst>
      <p:ext uri="{BB962C8B-B14F-4D97-AF65-F5344CB8AC3E}">
        <p14:creationId xmlns:p14="http://schemas.microsoft.com/office/powerpoint/2010/main" val="104896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2B349-DA8A-A995-DC64-7B18501C3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9DB88-A77B-D908-247A-3A901CDF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 dirty="0"/>
              <a:t>안전 측면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사고 예방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신속 대응 </a:t>
            </a:r>
          </a:p>
          <a:p>
            <a:r>
              <a:rPr lang="ko-KR" altLang="en-US" b="1" dirty="0"/>
              <a:t>관리 측면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관리자 업무 감소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데이터 기반 관리 </a:t>
            </a:r>
          </a:p>
          <a:p>
            <a:r>
              <a:rPr lang="ko-KR" altLang="en-US" b="1" dirty="0"/>
              <a:t>경제적 측면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사고 비용 감소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현장 운영 효율 향상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3432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8D889-1E53-01A0-38C1-9C6FA2E3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결론 및 향후 계획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BE2BA3-6AFB-25C4-6C0B-9C9FE9E66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 dirty="0"/>
              <a:t>결론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AI </a:t>
            </a:r>
            <a:r>
              <a:rPr lang="ko-KR" altLang="en-US" dirty="0"/>
              <a:t>기반 안전관리 자동화 구현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실시간 위험 감지 가능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관리자 즉각 대응 가능 </a:t>
            </a:r>
          </a:p>
          <a:p>
            <a:r>
              <a:rPr lang="ko-KR" altLang="en-US" b="1" dirty="0"/>
              <a:t>향후 발전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다중 카메라 지원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작업자 위치 추적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위험 예측 </a:t>
            </a:r>
            <a:r>
              <a:rPr lang="en-US" altLang="ko-KR" dirty="0"/>
              <a:t>AI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스마트 안전관리 플랫폼 확장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247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244</Words>
  <Application>Microsoft Office PowerPoint</Application>
  <PresentationFormat>와이드스크린</PresentationFormat>
  <Paragraphs>85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AI 기반 건설현장 안전관리 시스템</vt:lpstr>
      <vt:lpstr>건설현장의 안전사고 문제</vt:lpstr>
      <vt:lpstr>기존 시스템의 한계 </vt:lpstr>
      <vt:lpstr>프로젝트 목표</vt:lpstr>
      <vt:lpstr>전체 시스템 구성도</vt:lpstr>
      <vt:lpstr>시스템 아키텍처</vt:lpstr>
      <vt:lpstr>업무 프로세스</vt:lpstr>
      <vt:lpstr>AI 모델 설명</vt:lpstr>
      <vt:lpstr>위험상황 판단 로직</vt:lpstr>
      <vt:lpstr>데이터베이스 설계</vt:lpstr>
      <vt:lpstr>관리자 앱 구조</vt:lpstr>
      <vt:lpstr>시연</vt:lpstr>
      <vt:lpstr>구현 결과</vt:lpstr>
      <vt:lpstr>기대효과</vt:lpstr>
      <vt:lpstr>결론 및 향후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세정</dc:creator>
  <cp:lastModifiedBy>세정</cp:lastModifiedBy>
  <cp:revision>1</cp:revision>
  <dcterms:created xsi:type="dcterms:W3CDTF">2026-06-02T05:17:05Z</dcterms:created>
  <dcterms:modified xsi:type="dcterms:W3CDTF">2026-06-02T05:30:00Z</dcterms:modified>
</cp:coreProperties>
</file>